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EFD9-4FED-D9F0-8FF9-81C7C7540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EF122-8968-989F-1972-0B6956663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7505-38E0-536B-7224-CF23D4A2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18BC-758D-6668-E61D-7DBC08CD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446E9-E9E9-4BF7-2DE6-A6843ED2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02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BAC8-920F-7F19-B60B-7DE7F2E5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4EF2-3575-FAA0-0413-53D95BFF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CD7E4-A308-666A-F54C-07D7C56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47DB-0D5F-7EF9-05ED-FF7A915E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7EEB-5849-6CE3-268F-A5A6B3A0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1D3F-31DB-B031-B6A2-79125DD5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0FD59-AE93-52F1-AB59-151FE813E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C0B1-4620-A683-F073-5C76B13F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F168-4E76-DC4C-D729-429BDE80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1CEF7-BF78-4EA1-F6CE-D5760802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36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F888-F92F-469C-3451-5C42E21A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3DEA-02C7-DEF5-37E2-55E3E1621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B90AF-9228-8150-3020-DC9B7052E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D01BA-BDAA-DC24-6CE5-6AC64231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ECB0E-273D-1D52-F8B3-E49F3343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7D908-488E-6A6E-9EBF-FD9FB87C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25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E515-B5AE-8B6D-DB73-18964BFE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F64F0-DE49-77EC-76DA-DB7F7AE6D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8D829-126D-CF06-89E9-EFD994380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0761E-53EC-B7B7-2641-A34039BB3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21D5E-5657-C6B3-A01C-A648E6FF7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29ECC-573D-D168-1A82-F7A69866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FEB3D-3D29-6930-D11D-93D9364E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A5D39-AA7F-A9CA-219F-199F0E7C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616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C04F-B9C7-C78A-C486-033719AB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DB51F-6A9A-44FD-6A0A-F9DBC72C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5AAB8-3124-01D2-0E8C-B5DB5BF3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606AE-7044-CBA8-38A3-0C3BE82B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4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8C7F7-3A7C-14C7-E2F2-2CFED6EF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63BBF-F308-8E0A-DCBA-377E9F1B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CA746-BA20-CE51-0FF4-9835E423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28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D332-AE4B-765D-4253-F3696EB7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9D5A-6A74-2F1F-2D02-0777D9AE4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7ECC1-AFE3-EF15-3B7A-F3D8C2BA8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5C6CE-7ED8-8047-66E0-11D61955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BFECB-7E43-A8DF-0E18-AFB7A7B4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6C0C-D082-D99A-A71D-87BA3DF7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6F8E-EFE3-2209-E022-787B1D89B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D7432-1474-D7A9-E0E5-92221A773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C1C51-C72B-24DE-249F-B071184E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497B7-1ABB-02AB-4101-E082D840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75FE2-7CAE-BE72-1E91-9C729546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78E9D-2786-F515-2137-6EF7B196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0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DDA1-D7C8-EF38-236A-D2827B998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ABDF4-A2B4-F594-374D-D4EE791E8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CC783-5D2C-17D4-D6CF-8D850F21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15FAC-D87E-0EED-B8F5-A48C288B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144DE-5390-4707-C146-F55B6771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9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5B2D0-85FD-5ACB-2A3A-CE82A3163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A23A6-FC73-B672-E8F8-EBA382722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D03D4-45A6-BBE5-90A0-118D9E70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9FA26-0FA4-2B24-2BCD-19E15274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ACFDD-ED5C-39A2-BCC2-38B8E0FD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62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8215-76B3-62C2-6CB9-5CE2046B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6A392-ED77-6C69-3619-8A177FE4F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CCA1-A80A-BB49-E1BB-8AF435A90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5E7C-B75A-4989-A2A0-AB02FBC8BF8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771E9-0DA6-3BFA-D676-55B4B5178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2C7A-ACDD-E89E-FF91-3962F1CF2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77F80-480D-462C-BB67-859BBBFA18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30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4F14-AB86-3B49-747F-07ABD5C3A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973B8-E567-13C5-E5AD-4F4E0C69D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circular diagram with icons">
            <a:extLst>
              <a:ext uri="{FF2B5EF4-FFF2-40B4-BE49-F238E27FC236}">
                <a16:creationId xmlns:a16="http://schemas.microsoft.com/office/drawing/2014/main" id="{8D7A471C-22A9-C8E1-932A-D45AEFE98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67" b="90610" l="9486" r="90354">
                        <a14:foregroundMark x1="33441" y1="30643" x2="39711" y2="20264"/>
                        <a14:foregroundMark x1="39711" y1="20264" x2="36495" y2="27183"/>
                        <a14:foregroundMark x1="42283" y1="14333" x2="51286" y2="8896"/>
                        <a14:foregroundMark x1="48714" y1="8896" x2="44051" y2="8896"/>
                        <a14:foregroundMark x1="70900" y1="25700" x2="67203" y2="33937"/>
                        <a14:foregroundMark x1="67203" y1="33937" x2="65756" y2="33937"/>
                        <a14:foregroundMark x1="72026" y1="33278" x2="67846" y2="36409"/>
                        <a14:foregroundMark x1="74116" y1="34761" x2="74598" y2="27512"/>
                        <a14:foregroundMark x1="74598" y1="27512" x2="75080" y2="31631"/>
                        <a14:foregroundMark x1="79260" y1="60791" x2="72026" y2="62109"/>
                        <a14:foregroundMark x1="72026" y1="62109" x2="81672" y2="66722"/>
                        <a14:foregroundMark x1="81672" y1="66722" x2="75241" y2="59802"/>
                        <a14:foregroundMark x1="75241" y1="59802" x2="73633" y2="56507"/>
                        <a14:foregroundMark x1="74437" y1="60791" x2="73955" y2="69028"/>
                        <a14:foregroundMark x1="73955" y1="69028" x2="83441" y2="69357"/>
                        <a14:foregroundMark x1="50804" y1="70016" x2="44534" y2="73311"/>
                        <a14:foregroundMark x1="44534" y1="73311" x2="50965" y2="76112"/>
                        <a14:foregroundMark x1="50965" y1="76112" x2="44051" y2="82372"/>
                        <a14:foregroundMark x1="44051" y1="82372" x2="47749" y2="82537"/>
                        <a14:foregroundMark x1="68328" y1="62932" x2="72347" y2="62932"/>
                        <a14:foregroundMark x1="58199" y1="52389" x2="43569" y2="47611"/>
                        <a14:foregroundMark x1="43569" y1="47611" x2="50000" y2="42669"/>
                        <a14:foregroundMark x1="56752" y1="42998" x2="62379" y2="47941"/>
                        <a14:foregroundMark x1="62379" y1="47941" x2="65916" y2="56013"/>
                        <a14:foregroundMark x1="65916" y1="56013" x2="57556" y2="60132"/>
                        <a14:foregroundMark x1="57556" y1="60132" x2="46463" y2="61120"/>
                        <a14:foregroundMark x1="46463" y1="61120" x2="38585" y2="46787"/>
                        <a14:foregroundMark x1="38585" y1="46787" x2="46624" y2="41351"/>
                        <a14:foregroundMark x1="46624" y1="41351" x2="56109" y2="41186"/>
                        <a14:foregroundMark x1="56109" y1="41186" x2="54984" y2="54860"/>
                        <a14:foregroundMark x1="54984" y1="54860" x2="46624" y2="55848"/>
                        <a14:foregroundMark x1="46624" y1="55848" x2="46302" y2="55354"/>
                        <a14:foregroundMark x1="45981" y1="49423" x2="52894" y2="36079"/>
                        <a14:foregroundMark x1="56109" y1="37727" x2="37299" y2="38056"/>
                        <a14:foregroundMark x1="34084" y1="44811" x2="24598" y2="58814"/>
                        <a14:foregroundMark x1="20900" y1="48600" x2="26527" y2="60461"/>
                        <a14:foregroundMark x1="90354" y1="37727" x2="90514" y2="57002"/>
                        <a14:foregroundMark x1="11897" y1="38880" x2="10942" y2="43378"/>
                        <a14:foregroundMark x1="10958" y1="58296" x2="13023" y2="64745"/>
                        <a14:foregroundMark x1="40836" y1="56178" x2="40836" y2="56178"/>
                        <a14:foregroundMark x1="40836" y1="56178" x2="39711" y2="61779"/>
                        <a14:foregroundMark x1="40836" y1="58979" x2="60129" y2="61120"/>
                        <a14:foregroundMark x1="36977" y1="87644" x2="45981" y2="90774"/>
                        <a14:foregroundMark x1="45981" y1="90774" x2="54180" y2="90774"/>
                        <a14:foregroundMark x1="54180" y1="90774" x2="60726" y2="90648"/>
                        <a14:backgroundMark x1="60932" y1="93081" x2="62540" y2="90939"/>
                        <a14:backgroundMark x1="64148" y1="91104" x2="63183" y2="90939"/>
                        <a14:backgroundMark x1="64469" y1="91269" x2="63826" y2="90610"/>
                        <a14:backgroundMark x1="65273" y1="90939" x2="61254" y2="91433"/>
                        <a14:backgroundMark x1="8521" y1="43328" x2="8199" y2="594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635" y="152433"/>
            <a:ext cx="6814730" cy="665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12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Ali Masmoudi</dc:creator>
  <cp:lastModifiedBy>Mohamed Ali Masmoudi</cp:lastModifiedBy>
  <cp:revision>1</cp:revision>
  <dcterms:created xsi:type="dcterms:W3CDTF">2025-12-01T22:29:07Z</dcterms:created>
  <dcterms:modified xsi:type="dcterms:W3CDTF">2025-12-01T22:29:16Z</dcterms:modified>
</cp:coreProperties>
</file>